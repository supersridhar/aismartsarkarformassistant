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embeddedFontLst>
    <p:embeddedFont>
      <p:font typeface="Manrope" panose="020B0604020202020204" charset="0"/>
      <p:regular r:id="rId13"/>
      <p:bold r:id="rId14"/>
    </p:embeddedFont>
    <p:embeddedFont>
      <p:font typeface="Manrope SemiBold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F7A22B-E67D-48A4-87A2-1CB2B5280869}" v="90" dt="2026-02-11T20:05:29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Vyas" userId="06a2c06f-2bf1-446e-8032-163030770010" providerId="ADAL" clId="{ED9FEE0C-DD7D-4BFC-860A-EFC4DFF2011A}"/>
    <pc:docChg chg="undo custSel delSld modSld sldOrd">
      <pc:chgData name="Manas Vyas" userId="06a2c06f-2bf1-446e-8032-163030770010" providerId="ADAL" clId="{ED9FEE0C-DD7D-4BFC-860A-EFC4DFF2011A}" dt="2026-02-11T20:04:18.819" v="201" actId="1076"/>
      <pc:docMkLst>
        <pc:docMk/>
      </pc:docMkLst>
      <pc:sldChg chg="addSp delSp modSp mod">
        <pc:chgData name="Manas Vyas" userId="06a2c06f-2bf1-446e-8032-163030770010" providerId="ADAL" clId="{ED9FEE0C-DD7D-4BFC-860A-EFC4DFF2011A}" dt="2026-02-11T20:04:18.819" v="201" actId="1076"/>
        <pc:sldMkLst>
          <pc:docMk/>
          <pc:sldMk cId="0" sldId="257"/>
        </pc:sldMkLst>
        <pc:spChg chg="add del mod">
          <ac:chgData name="Manas Vyas" userId="06a2c06f-2bf1-446e-8032-163030770010" providerId="ADAL" clId="{ED9FEE0C-DD7D-4BFC-860A-EFC4DFF2011A}" dt="2026-02-11T18:44:16.548" v="21" actId="478"/>
          <ac:spMkLst>
            <pc:docMk/>
            <pc:sldMk cId="0" sldId="257"/>
            <ac:spMk id="2" creationId="{2E467991-7C6E-4110-73F3-ABCFDC9AC33A}"/>
          </ac:spMkLst>
        </pc:spChg>
        <pc:spChg chg="add mod">
          <ac:chgData name="Manas Vyas" userId="06a2c06f-2bf1-446e-8032-163030770010" providerId="ADAL" clId="{ED9FEE0C-DD7D-4BFC-860A-EFC4DFF2011A}" dt="2026-02-11T20:04:18.819" v="201" actId="1076"/>
          <ac:spMkLst>
            <pc:docMk/>
            <pc:sldMk cId="0" sldId="257"/>
            <ac:spMk id="4" creationId="{11674F45-5167-CD5E-AB65-B087484A5ECF}"/>
          </ac:spMkLst>
        </pc:spChg>
        <pc:spChg chg="mod">
          <ac:chgData name="Manas Vyas" userId="06a2c06f-2bf1-446e-8032-163030770010" providerId="ADAL" clId="{ED9FEE0C-DD7D-4BFC-860A-EFC4DFF2011A}" dt="2026-02-11T20:04:12.273" v="200" actId="255"/>
          <ac:spMkLst>
            <pc:docMk/>
            <pc:sldMk cId="0" sldId="257"/>
            <ac:spMk id="63" creationId="{00000000-0000-0000-0000-000000000000}"/>
          </ac:spMkLst>
        </pc:spChg>
        <pc:graphicFrameChg chg="add del mod modGraphic">
          <ac:chgData name="Manas Vyas" userId="06a2c06f-2bf1-446e-8032-163030770010" providerId="ADAL" clId="{ED9FEE0C-DD7D-4BFC-860A-EFC4DFF2011A}" dt="2026-02-11T18:46:12.884" v="48" actId="478"/>
          <ac:graphicFrameMkLst>
            <pc:docMk/>
            <pc:sldMk cId="0" sldId="257"/>
            <ac:graphicFrameMk id="3" creationId="{AAFDB130-E3EF-2AD5-6003-32BAB60C47B0}"/>
          </ac:graphicFrameMkLst>
        </pc:graphicFrameChg>
        <pc:graphicFrameChg chg="add mod">
          <ac:chgData name="Manas Vyas" userId="06a2c06f-2bf1-446e-8032-163030770010" providerId="ADAL" clId="{ED9FEE0C-DD7D-4BFC-860A-EFC4DFF2011A}" dt="2026-02-11T20:03:48.799" v="196"/>
          <ac:graphicFrameMkLst>
            <pc:docMk/>
            <pc:sldMk cId="0" sldId="257"/>
            <ac:graphicFrameMk id="5" creationId="{1B915CDC-359C-C4F0-BCBF-826EB341C464}"/>
          </ac:graphicFrameMkLst>
        </pc:graphicFrameChg>
      </pc:sldChg>
      <pc:sldChg chg="addSp modSp mod">
        <pc:chgData name="Manas Vyas" userId="06a2c06f-2bf1-446e-8032-163030770010" providerId="ADAL" clId="{ED9FEE0C-DD7D-4BFC-860A-EFC4DFF2011A}" dt="2026-02-11T19:12:02.156" v="89" actId="5793"/>
        <pc:sldMkLst>
          <pc:docMk/>
          <pc:sldMk cId="0" sldId="258"/>
        </pc:sldMkLst>
        <pc:spChg chg="mod">
          <ac:chgData name="Manas Vyas" userId="06a2c06f-2bf1-446e-8032-163030770010" providerId="ADAL" clId="{ED9FEE0C-DD7D-4BFC-860A-EFC4DFF2011A}" dt="2026-02-11T19:12:02.156" v="89" actId="5793"/>
          <ac:spMkLst>
            <pc:docMk/>
            <pc:sldMk cId="0" sldId="258"/>
            <ac:spMk id="69" creationId="{00000000-0000-0000-0000-000000000000}"/>
          </ac:spMkLst>
        </pc:spChg>
        <pc:graphicFrameChg chg="add mod">
          <ac:chgData name="Manas Vyas" userId="06a2c06f-2bf1-446e-8032-163030770010" providerId="ADAL" clId="{ED9FEE0C-DD7D-4BFC-860A-EFC4DFF2011A}" dt="2026-02-11T19:10:51.981" v="58"/>
          <ac:graphicFrameMkLst>
            <pc:docMk/>
            <pc:sldMk cId="0" sldId="258"/>
            <ac:graphicFrameMk id="2" creationId="{35EDDE3B-17E8-69D7-2FD7-BA1F26A3CEB4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1:10.212" v="63"/>
          <ac:graphicFrameMkLst>
            <pc:docMk/>
            <pc:sldMk cId="0" sldId="258"/>
            <ac:graphicFrameMk id="3" creationId="{40789041-E8B0-0E72-80F7-812D3C014058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1:28.905" v="69"/>
          <ac:graphicFrameMkLst>
            <pc:docMk/>
            <pc:sldMk cId="0" sldId="258"/>
            <ac:graphicFrameMk id="4" creationId="{810E9E3D-77F4-A016-6C93-318A0F6BE688}"/>
          </ac:graphicFrameMkLst>
        </pc:graphicFrameChg>
      </pc:sldChg>
      <pc:sldChg chg="addSp modSp mod modNotes">
        <pc:chgData name="Manas Vyas" userId="06a2c06f-2bf1-446e-8032-163030770010" providerId="ADAL" clId="{ED9FEE0C-DD7D-4BFC-860A-EFC4DFF2011A}" dt="2026-02-11T20:02:27.958" v="195" actId="113"/>
        <pc:sldMkLst>
          <pc:docMk/>
          <pc:sldMk cId="0" sldId="259"/>
        </pc:sldMkLst>
        <pc:spChg chg="mod">
          <ac:chgData name="Manas Vyas" userId="06a2c06f-2bf1-446e-8032-163030770010" providerId="ADAL" clId="{ED9FEE0C-DD7D-4BFC-860A-EFC4DFF2011A}" dt="2026-02-11T20:02:27.958" v="195" actId="113"/>
          <ac:spMkLst>
            <pc:docMk/>
            <pc:sldMk cId="0" sldId="259"/>
            <ac:spMk id="75" creationId="{00000000-0000-0000-0000-000000000000}"/>
          </ac:spMkLst>
        </pc:spChg>
        <pc:graphicFrameChg chg="add mod">
          <ac:chgData name="Manas Vyas" userId="06a2c06f-2bf1-446e-8032-163030770010" providerId="ADAL" clId="{ED9FEE0C-DD7D-4BFC-860A-EFC4DFF2011A}" dt="2026-02-11T19:13:51.316" v="90"/>
          <ac:graphicFrameMkLst>
            <pc:docMk/>
            <pc:sldMk cId="0" sldId="259"/>
            <ac:graphicFrameMk id="2" creationId="{DB27A467-5BE5-FF32-BA37-11312BB1692A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4:05.957" v="97"/>
          <ac:graphicFrameMkLst>
            <pc:docMk/>
            <pc:sldMk cId="0" sldId="259"/>
            <ac:graphicFrameMk id="3" creationId="{3294255C-76A1-3752-7E50-0753C1292196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4:53.530" v="105"/>
          <ac:graphicFrameMkLst>
            <pc:docMk/>
            <pc:sldMk cId="0" sldId="259"/>
            <ac:graphicFrameMk id="4" creationId="{3A5559F7-9D51-15A3-9E69-4908FBEB629B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5:17.053" v="111"/>
          <ac:graphicFrameMkLst>
            <pc:docMk/>
            <pc:sldMk cId="0" sldId="259"/>
            <ac:graphicFrameMk id="5" creationId="{8FC64860-4A05-459F-77D8-6D57C5DC26E8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5:42.156" v="116"/>
          <ac:graphicFrameMkLst>
            <pc:docMk/>
            <pc:sldMk cId="0" sldId="259"/>
            <ac:graphicFrameMk id="6" creationId="{6230C4A0-32E5-B3B0-F0B9-B37993A691CF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6:07.231" v="121"/>
          <ac:graphicFrameMkLst>
            <pc:docMk/>
            <pc:sldMk cId="0" sldId="259"/>
            <ac:graphicFrameMk id="7" creationId="{337F5986-7B70-33EE-F88F-D11C6C0150BF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6:25.778" v="125"/>
          <ac:graphicFrameMkLst>
            <pc:docMk/>
            <pc:sldMk cId="0" sldId="259"/>
            <ac:graphicFrameMk id="8" creationId="{1D759CAC-6E77-45CC-BE49-F4FCCB597BF1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7:03.349" v="134"/>
          <ac:graphicFrameMkLst>
            <pc:docMk/>
            <pc:sldMk cId="0" sldId="259"/>
            <ac:graphicFrameMk id="9" creationId="{D4FD80CE-290E-84F2-7375-86114DF93904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7:27.183" v="140"/>
          <ac:graphicFrameMkLst>
            <pc:docMk/>
            <pc:sldMk cId="0" sldId="259"/>
            <ac:graphicFrameMk id="10" creationId="{BBAE7E2B-70F9-7AB8-74A9-B02473352157}"/>
          </ac:graphicFrameMkLst>
        </pc:graphicFrameChg>
        <pc:graphicFrameChg chg="add mod">
          <ac:chgData name="Manas Vyas" userId="06a2c06f-2bf1-446e-8032-163030770010" providerId="ADAL" clId="{ED9FEE0C-DD7D-4BFC-860A-EFC4DFF2011A}" dt="2026-02-11T19:17:59.715" v="146"/>
          <ac:graphicFrameMkLst>
            <pc:docMk/>
            <pc:sldMk cId="0" sldId="259"/>
            <ac:graphicFrameMk id="11" creationId="{DFA47B48-E279-CDA1-8AA6-13859008504F}"/>
          </ac:graphicFrameMkLst>
        </pc:graphicFrameChg>
      </pc:sldChg>
      <pc:sldChg chg="addSp modSp mod">
        <pc:chgData name="Manas Vyas" userId="06a2c06f-2bf1-446e-8032-163030770010" providerId="ADAL" clId="{ED9FEE0C-DD7D-4BFC-860A-EFC4DFF2011A}" dt="2026-02-11T19:43:08.648" v="168" actId="20577"/>
        <pc:sldMkLst>
          <pc:docMk/>
          <pc:sldMk cId="0" sldId="260"/>
        </pc:sldMkLst>
        <pc:spChg chg="mod">
          <ac:chgData name="Manas Vyas" userId="06a2c06f-2bf1-446e-8032-163030770010" providerId="ADAL" clId="{ED9FEE0C-DD7D-4BFC-860A-EFC4DFF2011A}" dt="2026-02-11T19:43:08.648" v="168" actId="20577"/>
          <ac:spMkLst>
            <pc:docMk/>
            <pc:sldMk cId="0" sldId="260"/>
            <ac:spMk id="81" creationId="{00000000-0000-0000-0000-000000000000}"/>
          </ac:spMkLst>
        </pc:spChg>
        <pc:picChg chg="add mod">
          <ac:chgData name="Manas Vyas" userId="06a2c06f-2bf1-446e-8032-163030770010" providerId="ADAL" clId="{ED9FEE0C-DD7D-4BFC-860A-EFC4DFF2011A}" dt="2026-02-11T19:42:51.285" v="166" actId="1076"/>
          <ac:picMkLst>
            <pc:docMk/>
            <pc:sldMk cId="0" sldId="260"/>
            <ac:picMk id="3" creationId="{9B312C00-E82F-1011-0436-B414D7E549B6}"/>
          </ac:picMkLst>
        </pc:picChg>
      </pc:sldChg>
      <pc:sldChg chg="del">
        <pc:chgData name="Manas Vyas" userId="06a2c06f-2bf1-446e-8032-163030770010" providerId="ADAL" clId="{ED9FEE0C-DD7D-4BFC-860A-EFC4DFF2011A}" dt="2026-02-11T19:43:31.942" v="169" actId="2696"/>
        <pc:sldMkLst>
          <pc:docMk/>
          <pc:sldMk cId="0" sldId="261"/>
        </pc:sldMkLst>
      </pc:sldChg>
      <pc:sldChg chg="addSp modSp mod">
        <pc:chgData name="Manas Vyas" userId="06a2c06f-2bf1-446e-8032-163030770010" providerId="ADAL" clId="{ED9FEE0C-DD7D-4BFC-860A-EFC4DFF2011A}" dt="2026-02-11T19:58:50.408" v="174" actId="14100"/>
        <pc:sldMkLst>
          <pc:docMk/>
          <pc:sldMk cId="0" sldId="262"/>
        </pc:sldMkLst>
        <pc:picChg chg="add mod">
          <ac:chgData name="Manas Vyas" userId="06a2c06f-2bf1-446e-8032-163030770010" providerId="ADAL" clId="{ED9FEE0C-DD7D-4BFC-860A-EFC4DFF2011A}" dt="2026-02-11T19:58:50.408" v="174" actId="14100"/>
          <ac:picMkLst>
            <pc:docMk/>
            <pc:sldMk cId="0" sldId="262"/>
            <ac:picMk id="3" creationId="{9807A9B5-DA06-98C8-0C86-714EEEC262E1}"/>
          </ac:picMkLst>
        </pc:picChg>
      </pc:sldChg>
      <pc:sldChg chg="modSp mod">
        <pc:chgData name="Manas Vyas" userId="06a2c06f-2bf1-446e-8032-163030770010" providerId="ADAL" clId="{ED9FEE0C-DD7D-4BFC-860A-EFC4DFF2011A}" dt="2026-02-11T20:01:36.050" v="188" actId="20577"/>
        <pc:sldMkLst>
          <pc:docMk/>
          <pc:sldMk cId="0" sldId="263"/>
        </pc:sldMkLst>
        <pc:spChg chg="mod">
          <ac:chgData name="Manas Vyas" userId="06a2c06f-2bf1-446e-8032-163030770010" providerId="ADAL" clId="{ED9FEE0C-DD7D-4BFC-860A-EFC4DFF2011A}" dt="2026-02-11T20:01:36.050" v="188" actId="20577"/>
          <ac:spMkLst>
            <pc:docMk/>
            <pc:sldMk cId="0" sldId="263"/>
            <ac:spMk id="99" creationId="{00000000-0000-0000-0000-000000000000}"/>
          </ac:spMkLst>
        </pc:spChg>
      </pc:sldChg>
      <pc:sldChg chg="ord modNotes">
        <pc:chgData name="Manas Vyas" userId="06a2c06f-2bf1-446e-8032-163030770010" providerId="ADAL" clId="{ED9FEE0C-DD7D-4BFC-860A-EFC4DFF2011A}" dt="2026-02-11T20:01:42.722" v="190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Parkar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AI for Rural Innovation &amp; Sustainable Systems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</a:t>
            </a:r>
            <a:r>
              <a:rPr lang="en-IN" sz="1600" dirty="0">
                <a:latin typeface="Manrope SemiBold" panose="020B0604020202020204" charset="0"/>
              </a:rPr>
              <a:t>Sridhar Sathyanarayanan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96672" y="667607"/>
            <a:ext cx="8750657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 </a:t>
            </a:r>
            <a:endParaRPr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74F45-5167-CD5E-AB65-B087484A5ECF}"/>
              </a:ext>
            </a:extLst>
          </p:cNvPr>
          <p:cNvSpPr txBox="1"/>
          <p:nvPr/>
        </p:nvSpPr>
        <p:spPr>
          <a:xfrm>
            <a:off x="378207" y="1133507"/>
            <a:ext cx="85206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 Smart Sarkar Form Assistant is a mobile solution that simplifies government form access for rural citizens by reading, interpreting, and explaining forms in local languages. Through a voice‑based conversational flow, it collects user inputs, validates details, auto‑fills forms, and provides document checklists—even in low‑network areas.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68AE39-F483-2EA5-A974-55C0654FB667}"/>
              </a:ext>
            </a:extLst>
          </p:cNvPr>
          <p:cNvSpPr txBox="1"/>
          <p:nvPr/>
        </p:nvSpPr>
        <p:spPr>
          <a:xfrm>
            <a:off x="874059" y="2087614"/>
            <a:ext cx="71000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 Mobile-first solution designed for rural citizens to access government services easily.</a:t>
            </a:r>
          </a:p>
          <a:p>
            <a:r>
              <a:rPr lang="en-IN" dirty="0"/>
              <a:t>- Reads and interprets any uploaded form, not limited to fixed templates.</a:t>
            </a:r>
          </a:p>
          <a:p>
            <a:r>
              <a:rPr lang="en-IN" dirty="0"/>
              <a:t>- Explains fields in simple local languages through text and voice.</a:t>
            </a:r>
          </a:p>
          <a:p>
            <a:r>
              <a:rPr lang="en-IN" dirty="0"/>
              <a:t>- Guides users via conversational Q&amp;A, collecting inputs naturally.</a:t>
            </a:r>
          </a:p>
          <a:p>
            <a:r>
              <a:rPr lang="en-IN" dirty="0"/>
              <a:t>- Validates information to prevent errors, rejections, and delays.</a:t>
            </a:r>
          </a:p>
          <a:p>
            <a:r>
              <a:rPr lang="en-IN" dirty="0"/>
              <a:t>- Auto‑fills official forms with user responses.</a:t>
            </a:r>
          </a:p>
          <a:p>
            <a:r>
              <a:rPr lang="en-IN" dirty="0"/>
              <a:t>- Generates a personalized document checklist for smooth submission.</a:t>
            </a:r>
          </a:p>
          <a:p>
            <a:r>
              <a:rPr lang="en-IN" dirty="0"/>
              <a:t>- Supports offline use and low‑network environments, syncing when possible.</a:t>
            </a:r>
          </a:p>
          <a:p>
            <a:r>
              <a:rPr lang="en-IN" dirty="0"/>
              <a:t>- Shares completed forms via WhatsApp/email or applies directly to portals.</a:t>
            </a:r>
          </a:p>
          <a:p>
            <a:r>
              <a:rPr lang="en-IN" dirty="0"/>
              <a:t>- Removes language and literacy barriers, empowering rural communities.</a:t>
            </a:r>
          </a:p>
          <a:p>
            <a:r>
              <a:rPr lang="en-IN" dirty="0"/>
              <a:t>- Saves time, travel costs, and dependency on agents, enabling digital inclusion.</a:t>
            </a:r>
          </a:p>
          <a:p>
            <a:r>
              <a:rPr lang="en-IN" dirty="0"/>
              <a:t>- Promotes sustainable governance by bridging citizens and government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221164" y="581160"/>
            <a:ext cx="8701671" cy="501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A69F7-1986-1D7E-8AA4-CE580987D72E}"/>
              </a:ext>
            </a:extLst>
          </p:cNvPr>
          <p:cNvSpPr txBox="1"/>
          <p:nvPr/>
        </p:nvSpPr>
        <p:spPr>
          <a:xfrm>
            <a:off x="168087" y="1209535"/>
            <a:ext cx="86128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How it’s different from existing solutions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Most current tools rely on fixed templates or basic text extraction.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Your solution goes further: it understands any government form dynamically, explains it in regional languages, and supports voice-based interaction even in low-connectivity rural areas.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Unlike existing apps, it doesn’t just digitize forms—it guides users conversationally and can even apply on their behalf or share completed forms via WhatsApp/email.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39D54-BA9A-D791-5A9F-AA100C9E9A7D}"/>
              </a:ext>
            </a:extLst>
          </p:cNvPr>
          <p:cNvSpPr txBox="1"/>
          <p:nvPr/>
        </p:nvSpPr>
        <p:spPr>
          <a:xfrm>
            <a:off x="168087" y="2352246"/>
            <a:ext cx="87016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How it solves the problem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Language barrier removed: Explains forms in simple Hindi, Marathi, Tamil, Telugu,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Literacy barrier removed: Voice assistant guides users step by step.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Error reduction: Smart validation prevents mistakes (e.g., Aadhaar/PAN format, age mismatches).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Accessibility: Works offline or with low bandwidth, reducing dependency on agents or repeated office visits.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2CEDE6-5005-C9C4-336E-2EA27F37BA56}"/>
              </a:ext>
            </a:extLst>
          </p:cNvPr>
          <p:cNvSpPr txBox="1"/>
          <p:nvPr/>
        </p:nvSpPr>
        <p:spPr>
          <a:xfrm>
            <a:off x="221164" y="3341068"/>
            <a:ext cx="70025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USP (Unique Selling Proposition)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An AI-powered voice assistant that can: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Read and explain any government form.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Auto-fill forms via conversational Q&amp;A.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Operate in regional languages and offline mode.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Tailored for rural India, where literacy and connectivity challenges are most acute.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49"/>
            <a:ext cx="7531800" cy="401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AI Form Understanding: </a:t>
            </a:r>
            <a:r>
              <a:rPr lang="en-US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Reads any government form (PDF/photo) and identifies fields, instructions, and required documents.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Local Language Explanation: </a:t>
            </a:r>
            <a:r>
              <a:rPr lang="en-US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Explains every field in simple Hindi/Marathi/Tamil/Telugu/etc. using clear text + optional voice.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Conversational Q&amp;A Form Filling: </a:t>
            </a:r>
            <a:r>
              <a:rPr lang="en-US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Asks the user simple voice/text questions and auto-fills the form based on their responses.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Smart Validation: </a:t>
            </a:r>
            <a:r>
              <a:rPr lang="en-US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Checks Aadhaar/PAN format, age mismatches, missing fields, and eligibility issues.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Auto-Fill &amp; Export:</a:t>
            </a:r>
            <a:r>
              <a:rPr lang="en-US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Generates a complete, ready-to-submit filled form (PDF/printable output).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Low-Network / Offline Support</a:t>
            </a:r>
            <a:r>
              <a:rPr lang="en-US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 Works even with poor connectivity ideal for rural areas.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Document Checklist Generator: </a:t>
            </a:r>
            <a:r>
              <a:rPr lang="en-US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Creates a list of required proofs (address, income, ID) based on the form type.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Step-by-Step Submission Guide: </a:t>
            </a:r>
            <a:r>
              <a:rPr lang="en-US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Provides clear instructions on where and how to submit forms (Panchayat, Tehsil, online portal, etc.).</a:t>
            </a:r>
            <a:endParaRPr sz="12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474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r>
              <a:rPr lang="en-GB" dirty="0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	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3741B-B51A-1095-49E1-086CDF017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71" y="1300921"/>
            <a:ext cx="8458200" cy="1801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792B2D-FA47-DA9E-D7E1-708428775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960" y="2905328"/>
            <a:ext cx="5758200" cy="1904922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FCDE18B-CB35-F52F-008E-EA71730757F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32893" y="2285999"/>
            <a:ext cx="6959778" cy="820801"/>
          </a:xfrm>
          <a:prstGeom prst="bentConnector3">
            <a:avLst>
              <a:gd name="adj1" fmla="val -42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CFC108-10E4-EA41-CF45-8C13C45A1BB5}"/>
              </a:ext>
            </a:extLst>
          </p:cNvPr>
          <p:cNvCxnSpPr>
            <a:cxnSpLocks/>
          </p:cNvCxnSpPr>
          <p:nvPr/>
        </p:nvCxnSpPr>
        <p:spPr>
          <a:xfrm>
            <a:off x="1630960" y="3102143"/>
            <a:ext cx="0" cy="802711"/>
          </a:xfrm>
          <a:prstGeom prst="straightConnector1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44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0A124D-4228-7159-DD1B-2959377A9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06" y="1243853"/>
            <a:ext cx="7659668" cy="3294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204124" y="507203"/>
            <a:ext cx="7531800" cy="57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157AF-112C-A3DC-1B3F-C5F3A9E624A0}"/>
              </a:ext>
            </a:extLst>
          </p:cNvPr>
          <p:cNvSpPr txBox="1"/>
          <p:nvPr/>
        </p:nvSpPr>
        <p:spPr>
          <a:xfrm>
            <a:off x="389966" y="1013099"/>
            <a:ext cx="779929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1. The Interaction Layer (Voice &amp; Localization)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Amazon Lex: Acts as the primary interface, managing the conversation state (intents and slots).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Amazon Polly: Provides the "voice" of the system, converting text back to speech in the user's local language to maintain the conversational loop.</a:t>
            </a:r>
          </a:p>
          <a:p>
            <a:endParaRPr lang="en-IN" sz="1000" dirty="0"/>
          </a:p>
          <a:p>
            <a:r>
              <a:rPr lang="en-IN" sz="1000" dirty="0"/>
              <a:t>2. The Intelligence Layer (Understanding &amp; Validation)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Amazon Comprehend: </a:t>
            </a:r>
            <a:r>
              <a:rPr lang="en-IN" sz="1000" dirty="0" err="1"/>
              <a:t>Analyzes</a:t>
            </a:r>
            <a:r>
              <a:rPr lang="en-IN" sz="1000" dirty="0"/>
              <a:t> the user's input for sentiment or PII (Personally Identifiable Information) detection.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AWS Bedrock Agent: This is the "brain." It uses Foundation Models to explain complex form fields to the user in simple terms and maps unstructured speech to specific form fields.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AWS Lambda: The glue. It triggers Bedrock, handles the business logic, and performs regex-based validation for Aadhaar and PAN formats before data is committed.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BC727-6C7D-4340-FFA8-408798ECB737}"/>
              </a:ext>
            </a:extLst>
          </p:cNvPr>
          <p:cNvSpPr txBox="1"/>
          <p:nvPr/>
        </p:nvSpPr>
        <p:spPr>
          <a:xfrm>
            <a:off x="389966" y="2960850"/>
            <a:ext cx="810857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3. The Persistence &amp; Storage Layer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Amazon DynamoDB: Stores real-time form progress. Because it's NoSQL, it handles partial form saves easily.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Amazon S3: Once the Lambda confirms the form is complete, it generates a final PDF/JSON document and stores it here.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r>
              <a:rPr lang="en-IN" sz="1000" dirty="0"/>
              <a:t>4. The Connectivity &amp; Notification Layer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Amazon API Gateway: Serves as the secure egress point to push the validated data into external Government Portals.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Amazon SNS / Pinpoint: Handles the multi-channel notification (WhatsApp/Email) once the submission is successful.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48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906</Words>
  <Application>Microsoft Office PowerPoint</Application>
  <PresentationFormat>On-screen Show (16:9)</PresentationFormat>
  <Paragraphs>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Manrope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Manas Vyas</dc:creator>
  <cp:lastModifiedBy>Sridhar S</cp:lastModifiedBy>
  <cp:revision>3</cp:revision>
  <dcterms:modified xsi:type="dcterms:W3CDTF">2026-02-14T11:49:27Z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e4186ff-6105-49c9-a34e-39b846c71822_Enabled">
    <vt:lpwstr>true</vt:lpwstr>
  </property>
  <property fmtid="{D5CDD505-2E9C-101B-9397-08002B2CF9AE}" pid="3" name="MSIP_Label_6e4186ff-6105-49c9-a34e-39b846c71822_SetDate">
    <vt:lpwstr>2026-02-11T18:32:43Z</vt:lpwstr>
  </property>
  <property fmtid="{D5CDD505-2E9C-101B-9397-08002B2CF9AE}" pid="4" name="MSIP_Label_6e4186ff-6105-49c9-a34e-39b846c71822_Method">
    <vt:lpwstr>Standard</vt:lpwstr>
  </property>
  <property fmtid="{D5CDD505-2E9C-101B-9397-08002B2CF9AE}" pid="5" name="MSIP_Label_6e4186ff-6105-49c9-a34e-39b846c71822_Name">
    <vt:lpwstr>Internal</vt:lpwstr>
  </property>
  <property fmtid="{D5CDD505-2E9C-101B-9397-08002B2CF9AE}" pid="6" name="MSIP_Label_6e4186ff-6105-49c9-a34e-39b846c71822_SiteId">
    <vt:lpwstr>5501edf8-56e7-47c5-8cde-a3f87fe1ec0d</vt:lpwstr>
  </property>
  <property fmtid="{D5CDD505-2E9C-101B-9397-08002B2CF9AE}" pid="7" name="MSIP_Label_6e4186ff-6105-49c9-a34e-39b846c71822_ActionId">
    <vt:lpwstr>a4fe2826-76b8-4e71-b71c-cbd543f71a03</vt:lpwstr>
  </property>
  <property fmtid="{D5CDD505-2E9C-101B-9397-08002B2CF9AE}" pid="8" name="MSIP_Label_6e4186ff-6105-49c9-a34e-39b846c71822_ContentBits">
    <vt:lpwstr>0</vt:lpwstr>
  </property>
  <property fmtid="{D5CDD505-2E9C-101B-9397-08002B2CF9AE}" pid="9" name="MSIP_Label_6e4186ff-6105-49c9-a34e-39b846c71822_Tag">
    <vt:lpwstr>10, 3, 0, 1</vt:lpwstr>
  </property>
</Properties>
</file>